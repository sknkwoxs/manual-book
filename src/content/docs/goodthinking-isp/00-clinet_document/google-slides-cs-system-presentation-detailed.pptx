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(이미지 보안) 템플릿 저장 기능에 대한 예시 이미지가 필요합니다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(UX 방향) 기존 UX 질서를 지키면서 부서/권한 정리, 데이터 템플릿 활용성을 보여주는 UX 목업(안)으로 교체 필요. 고객이 새로운 학습을 강요받지 않는 방향으로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IT worthy.</dc:title>
  <dc:subject>PptxGenJS Presentation</dc:subject>
  <dc:creator>Created by Marp</dc:creator>
  <cp:lastModifiedBy>Created by Marp</cp:lastModifiedBy>
  <cp:revision>1</cp:revision>
  <dcterms:created xsi:type="dcterms:W3CDTF">2026-04-20T03:23:32Z</dcterms:created>
  <dcterms:modified xsi:type="dcterms:W3CDTF">2026-04-20T03:23:32Z</dcterms:modified>
</cp:coreProperties>
</file>